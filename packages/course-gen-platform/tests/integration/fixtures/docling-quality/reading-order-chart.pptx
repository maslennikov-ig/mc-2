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Обработанные документы по кварталам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Документы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Квартал 1</c:v>
                </c:pt>
                <c:pt idx="1">
                  <c:v>Квартал 2</c:v>
                </c:pt>
                <c:pt idx="2">
                  <c:v>Квартал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100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Порядок чтения и данные диаграммы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288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Шаг один: собрать данные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780000" y="1152000"/>
            <a:ext cx="1440000" cy="503999"/>
          </a:xfrm>
          <a:prstGeom prst="rightArrow">
            <a:avLst/>
          </a:prstGeom>
          <a:solidFill>
            <a:srgbClr val="2F6F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0" y="1080000"/>
            <a:ext cx="32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Шаг два: проверить результат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908000"/>
            <a:ext cx="79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/>
            </a:pPr>
            <a:r>
              <a:t>Подпись схемы: последовательность обработки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20000" y="2520000"/>
          <a:ext cx="7920000" cy="324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928000" y="2880000"/>
            <a:ext cx="252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Контрольные значения:</a:t>
            </a:r>
            <a:br/>
            <a:r>
              <a:t>10, 20, 30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